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57" r:id="rId6"/>
    <p:sldId id="258" r:id="rId7"/>
  </p:sldIdLst>
  <p:sldSz cx="2700338" cy="47990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3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26" y="785395"/>
            <a:ext cx="2295287" cy="1670767"/>
          </a:xfrm>
        </p:spPr>
        <p:txBody>
          <a:bodyPr anchor="b"/>
          <a:lstStyle>
            <a:lvl1pPr algn="ctr">
              <a:defRPr sz="1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7542" y="2520593"/>
            <a:ext cx="2025254" cy="1158650"/>
          </a:xfrm>
        </p:spPr>
        <p:txBody>
          <a:bodyPr/>
          <a:lstStyle>
            <a:lvl1pPr marL="0" indent="0" algn="ctr">
              <a:buNone/>
              <a:defRPr sz="709"/>
            </a:lvl1pPr>
            <a:lvl2pPr marL="135011" indent="0" algn="ctr">
              <a:buNone/>
              <a:defRPr sz="591"/>
            </a:lvl2pPr>
            <a:lvl3pPr marL="270022" indent="0" algn="ctr">
              <a:buNone/>
              <a:defRPr sz="532"/>
            </a:lvl3pPr>
            <a:lvl4pPr marL="405033" indent="0" algn="ctr">
              <a:buNone/>
              <a:defRPr sz="472"/>
            </a:lvl4pPr>
            <a:lvl5pPr marL="540045" indent="0" algn="ctr">
              <a:buNone/>
              <a:defRPr sz="472"/>
            </a:lvl5pPr>
            <a:lvl6pPr marL="675056" indent="0" algn="ctr">
              <a:buNone/>
              <a:defRPr sz="472"/>
            </a:lvl6pPr>
            <a:lvl7pPr marL="810067" indent="0" algn="ctr">
              <a:buNone/>
              <a:defRPr sz="472"/>
            </a:lvl7pPr>
            <a:lvl8pPr marL="945078" indent="0" algn="ctr">
              <a:buNone/>
              <a:defRPr sz="472"/>
            </a:lvl8pPr>
            <a:lvl9pPr marL="1080089" indent="0" algn="ctr">
              <a:buNone/>
              <a:defRPr sz="4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986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633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42" y="1196422"/>
            <a:ext cx="2329042" cy="1996256"/>
          </a:xfrm>
        </p:spPr>
        <p:txBody>
          <a:bodyPr anchor="b"/>
          <a:lstStyle>
            <a:lvl1pPr>
              <a:defRPr sz="1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242" y="3211563"/>
            <a:ext cx="2329042" cy="1049784"/>
          </a:xfrm>
        </p:spPr>
        <p:txBody>
          <a:bodyPr/>
          <a:lstStyle>
            <a:lvl1pPr marL="0" indent="0">
              <a:buNone/>
              <a:defRPr sz="709">
                <a:solidFill>
                  <a:schemeClr val="tx1"/>
                </a:solidFill>
              </a:defRPr>
            </a:lvl1pPr>
            <a:lvl2pPr marL="135011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2pPr>
            <a:lvl3pPr marL="270022" indent="0">
              <a:buNone/>
              <a:defRPr sz="532">
                <a:solidFill>
                  <a:schemeClr val="tx1">
                    <a:tint val="75000"/>
                  </a:schemeClr>
                </a:solidFill>
              </a:defRPr>
            </a:lvl3pPr>
            <a:lvl4pPr marL="405033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4pPr>
            <a:lvl5pPr marL="540045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5pPr>
            <a:lvl6pPr marL="675056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6pPr>
            <a:lvl7pPr marL="810067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7pPr>
            <a:lvl8pPr marL="94507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8pPr>
            <a:lvl9pPr marL="1080089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65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5648" y="1277515"/>
            <a:ext cx="1147644" cy="30449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7046" y="1277515"/>
            <a:ext cx="1147644" cy="30449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293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00" y="255504"/>
            <a:ext cx="2329042" cy="9275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000" y="1176425"/>
            <a:ext cx="1142369" cy="576548"/>
          </a:xfrm>
        </p:spPr>
        <p:txBody>
          <a:bodyPr anchor="b"/>
          <a:lstStyle>
            <a:lvl1pPr marL="0" indent="0">
              <a:buNone/>
              <a:defRPr sz="709" b="1"/>
            </a:lvl1pPr>
            <a:lvl2pPr marL="135011" indent="0">
              <a:buNone/>
              <a:defRPr sz="591" b="1"/>
            </a:lvl2pPr>
            <a:lvl3pPr marL="270022" indent="0">
              <a:buNone/>
              <a:defRPr sz="532" b="1"/>
            </a:lvl3pPr>
            <a:lvl4pPr marL="405033" indent="0">
              <a:buNone/>
              <a:defRPr sz="472" b="1"/>
            </a:lvl4pPr>
            <a:lvl5pPr marL="540045" indent="0">
              <a:buNone/>
              <a:defRPr sz="472" b="1"/>
            </a:lvl5pPr>
            <a:lvl6pPr marL="675056" indent="0">
              <a:buNone/>
              <a:defRPr sz="472" b="1"/>
            </a:lvl6pPr>
            <a:lvl7pPr marL="810067" indent="0">
              <a:buNone/>
              <a:defRPr sz="472" b="1"/>
            </a:lvl7pPr>
            <a:lvl8pPr marL="945078" indent="0">
              <a:buNone/>
              <a:defRPr sz="472" b="1"/>
            </a:lvl8pPr>
            <a:lvl9pPr marL="1080089" indent="0">
              <a:buNone/>
              <a:defRPr sz="4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6000" y="1752973"/>
            <a:ext cx="1142369" cy="2578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67046" y="1176425"/>
            <a:ext cx="1147995" cy="576548"/>
          </a:xfrm>
        </p:spPr>
        <p:txBody>
          <a:bodyPr anchor="b"/>
          <a:lstStyle>
            <a:lvl1pPr marL="0" indent="0">
              <a:buNone/>
              <a:defRPr sz="709" b="1"/>
            </a:lvl1pPr>
            <a:lvl2pPr marL="135011" indent="0">
              <a:buNone/>
              <a:defRPr sz="591" b="1"/>
            </a:lvl2pPr>
            <a:lvl3pPr marL="270022" indent="0">
              <a:buNone/>
              <a:defRPr sz="532" b="1"/>
            </a:lvl3pPr>
            <a:lvl4pPr marL="405033" indent="0">
              <a:buNone/>
              <a:defRPr sz="472" b="1"/>
            </a:lvl4pPr>
            <a:lvl5pPr marL="540045" indent="0">
              <a:buNone/>
              <a:defRPr sz="472" b="1"/>
            </a:lvl5pPr>
            <a:lvl6pPr marL="675056" indent="0">
              <a:buNone/>
              <a:defRPr sz="472" b="1"/>
            </a:lvl6pPr>
            <a:lvl7pPr marL="810067" indent="0">
              <a:buNone/>
              <a:defRPr sz="472" b="1"/>
            </a:lvl7pPr>
            <a:lvl8pPr marL="945078" indent="0">
              <a:buNone/>
              <a:defRPr sz="472" b="1"/>
            </a:lvl8pPr>
            <a:lvl9pPr marL="1080089" indent="0">
              <a:buNone/>
              <a:defRPr sz="4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67046" y="1752973"/>
            <a:ext cx="1147995" cy="2578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412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77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00" y="319934"/>
            <a:ext cx="870929" cy="1119770"/>
          </a:xfrm>
        </p:spPr>
        <p:txBody>
          <a:bodyPr anchor="b"/>
          <a:lstStyle>
            <a:lvl1pPr>
              <a:defRPr sz="9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995" y="690970"/>
            <a:ext cx="1367046" cy="3410410"/>
          </a:xfrm>
        </p:spPr>
        <p:txBody>
          <a:bodyPr/>
          <a:lstStyle>
            <a:lvl1pPr>
              <a:defRPr sz="945"/>
            </a:lvl1pPr>
            <a:lvl2pPr>
              <a:defRPr sz="827"/>
            </a:lvl2pPr>
            <a:lvl3pPr>
              <a:defRPr sz="709"/>
            </a:lvl3pPr>
            <a:lvl4pPr>
              <a:defRPr sz="591"/>
            </a:lvl4pPr>
            <a:lvl5pPr>
              <a:defRPr sz="591"/>
            </a:lvl5pPr>
            <a:lvl6pPr>
              <a:defRPr sz="591"/>
            </a:lvl6pPr>
            <a:lvl7pPr>
              <a:defRPr sz="591"/>
            </a:lvl7pPr>
            <a:lvl8pPr>
              <a:defRPr sz="591"/>
            </a:lvl8pPr>
            <a:lvl9pPr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6000" y="1439704"/>
            <a:ext cx="870929" cy="2667230"/>
          </a:xfrm>
        </p:spPr>
        <p:txBody>
          <a:bodyPr/>
          <a:lstStyle>
            <a:lvl1pPr marL="0" indent="0">
              <a:buNone/>
              <a:defRPr sz="472"/>
            </a:lvl1pPr>
            <a:lvl2pPr marL="135011" indent="0">
              <a:buNone/>
              <a:defRPr sz="413"/>
            </a:lvl2pPr>
            <a:lvl3pPr marL="270022" indent="0">
              <a:buNone/>
              <a:defRPr sz="354"/>
            </a:lvl3pPr>
            <a:lvl4pPr marL="405033" indent="0">
              <a:buNone/>
              <a:defRPr sz="295"/>
            </a:lvl4pPr>
            <a:lvl5pPr marL="540045" indent="0">
              <a:buNone/>
              <a:defRPr sz="295"/>
            </a:lvl5pPr>
            <a:lvl6pPr marL="675056" indent="0">
              <a:buNone/>
              <a:defRPr sz="295"/>
            </a:lvl6pPr>
            <a:lvl7pPr marL="810067" indent="0">
              <a:buNone/>
              <a:defRPr sz="295"/>
            </a:lvl7pPr>
            <a:lvl8pPr marL="945078" indent="0">
              <a:buNone/>
              <a:defRPr sz="295"/>
            </a:lvl8pPr>
            <a:lvl9pPr marL="1080089" indent="0">
              <a:buNone/>
              <a:defRPr sz="29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359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00" y="319934"/>
            <a:ext cx="870929" cy="1119770"/>
          </a:xfrm>
        </p:spPr>
        <p:txBody>
          <a:bodyPr anchor="b"/>
          <a:lstStyle>
            <a:lvl1pPr>
              <a:defRPr sz="9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7995" y="690970"/>
            <a:ext cx="1367046" cy="3410410"/>
          </a:xfrm>
        </p:spPr>
        <p:txBody>
          <a:bodyPr anchor="t"/>
          <a:lstStyle>
            <a:lvl1pPr marL="0" indent="0">
              <a:buNone/>
              <a:defRPr sz="945"/>
            </a:lvl1pPr>
            <a:lvl2pPr marL="135011" indent="0">
              <a:buNone/>
              <a:defRPr sz="827"/>
            </a:lvl2pPr>
            <a:lvl3pPr marL="270022" indent="0">
              <a:buNone/>
              <a:defRPr sz="709"/>
            </a:lvl3pPr>
            <a:lvl4pPr marL="405033" indent="0">
              <a:buNone/>
              <a:defRPr sz="591"/>
            </a:lvl4pPr>
            <a:lvl5pPr marL="540045" indent="0">
              <a:buNone/>
              <a:defRPr sz="591"/>
            </a:lvl5pPr>
            <a:lvl6pPr marL="675056" indent="0">
              <a:buNone/>
              <a:defRPr sz="591"/>
            </a:lvl6pPr>
            <a:lvl7pPr marL="810067" indent="0">
              <a:buNone/>
              <a:defRPr sz="591"/>
            </a:lvl7pPr>
            <a:lvl8pPr marL="945078" indent="0">
              <a:buNone/>
              <a:defRPr sz="591"/>
            </a:lvl8pPr>
            <a:lvl9pPr marL="1080089" indent="0">
              <a:buNone/>
              <a:defRPr sz="59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6000" y="1439704"/>
            <a:ext cx="870929" cy="2667230"/>
          </a:xfrm>
        </p:spPr>
        <p:txBody>
          <a:bodyPr/>
          <a:lstStyle>
            <a:lvl1pPr marL="0" indent="0">
              <a:buNone/>
              <a:defRPr sz="472"/>
            </a:lvl1pPr>
            <a:lvl2pPr marL="135011" indent="0">
              <a:buNone/>
              <a:defRPr sz="413"/>
            </a:lvl2pPr>
            <a:lvl3pPr marL="270022" indent="0">
              <a:buNone/>
              <a:defRPr sz="354"/>
            </a:lvl3pPr>
            <a:lvl4pPr marL="405033" indent="0">
              <a:buNone/>
              <a:defRPr sz="295"/>
            </a:lvl4pPr>
            <a:lvl5pPr marL="540045" indent="0">
              <a:buNone/>
              <a:defRPr sz="295"/>
            </a:lvl5pPr>
            <a:lvl6pPr marL="675056" indent="0">
              <a:buNone/>
              <a:defRPr sz="295"/>
            </a:lvl6pPr>
            <a:lvl7pPr marL="810067" indent="0">
              <a:buNone/>
              <a:defRPr sz="295"/>
            </a:lvl7pPr>
            <a:lvl8pPr marL="945078" indent="0">
              <a:buNone/>
              <a:defRPr sz="295"/>
            </a:lvl8pPr>
            <a:lvl9pPr marL="1080089" indent="0">
              <a:buNone/>
              <a:defRPr sz="29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59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60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32430" y="255503"/>
            <a:ext cx="582260" cy="4066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5648" y="255503"/>
            <a:ext cx="1713027" cy="4066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57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5648" y="255504"/>
            <a:ext cx="2329042" cy="927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648" y="1277515"/>
            <a:ext cx="2329042" cy="3044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5648" y="4447975"/>
            <a:ext cx="607576" cy="255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80C61-5941-4691-B425-F47FA8A4FCC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94487" y="4447975"/>
            <a:ext cx="911364" cy="255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07114" y="4447975"/>
            <a:ext cx="607576" cy="255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8F33B-5F8C-4D34-85D6-9EF47403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7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0022" rtl="0" eaLnBrk="1" latinLnBrk="0" hangingPunct="1">
        <a:lnSpc>
          <a:spcPct val="90000"/>
        </a:lnSpc>
        <a:spcBef>
          <a:spcPct val="0"/>
        </a:spcBef>
        <a:buNone/>
        <a:defRPr sz="1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506" indent="-67506" algn="l" defTabSz="270022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1pPr>
      <a:lvl2pPr marL="202517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37528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3pPr>
      <a:lvl4pPr marL="472539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4pPr>
      <a:lvl5pPr marL="607550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5pPr>
      <a:lvl6pPr marL="742561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6pPr>
      <a:lvl7pPr marL="877573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7pPr>
      <a:lvl8pPr marL="1012584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8pPr>
      <a:lvl9pPr marL="1147595" indent="-67506" algn="l" defTabSz="270022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1pPr>
      <a:lvl2pPr marL="135011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2pPr>
      <a:lvl3pPr marL="270022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3pPr>
      <a:lvl4pPr marL="405033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4pPr>
      <a:lvl5pPr marL="540045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5pPr>
      <a:lvl6pPr marL="675056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6pPr>
      <a:lvl7pPr marL="810067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7pPr>
      <a:lvl8pPr marL="945078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8pPr>
      <a:lvl9pPr marL="1080089" algn="l" defTabSz="270022" rtl="0" eaLnBrk="1" latinLnBrk="0" hangingPunct="1">
        <a:defRPr sz="5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92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999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0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438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959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01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RAJNEESH hajela</dc:creator>
  <cp:lastModifiedBy>RAJNEESH hajela</cp:lastModifiedBy>
  <cp:revision>1</cp:revision>
  <dcterms:created xsi:type="dcterms:W3CDTF">2026-09-26T12:26:48Z</dcterms:created>
  <dcterms:modified xsi:type="dcterms:W3CDTF">2026-09-26T12:31:16Z</dcterms:modified>
</cp:coreProperties>
</file>